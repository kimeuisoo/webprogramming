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  <p:sldId id="270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78924"/>
  </p:normalViewPr>
  <p:slideViewPr>
    <p:cSldViewPr snapToGrid="0">
      <p:cViewPr varScale="1">
        <p:scale>
          <a:sx n="92" d="100"/>
          <a:sy n="92" d="100"/>
        </p:scale>
        <p:origin x="10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x-none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900AD-CBED-8843-B152-F7F298A2BC07}" type="datetimeFigureOut">
              <a:rPr kumimoji="1" lang="x-none" altLang="en-US" smtClean="0"/>
              <a:t>2023-12-08</a:t>
            </a:fld>
            <a:endParaRPr kumimoji="1" lang="x-none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x-none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x-none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2DEBE-978E-B249-84CC-A8E630270EFA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627536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x-none" altLang="en-US" dirty="0"/>
              <a:t>안녕하십니까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smtClean="0"/>
              <a:t>저희는 </a:t>
            </a:r>
            <a:r>
              <a:rPr kumimoji="1" lang="en-US" altLang="ko-KR" dirty="0" smtClean="0"/>
              <a:t>5</a:t>
            </a:r>
            <a:r>
              <a:rPr kumimoji="1" lang="ko-KR" altLang="en-US" dirty="0" smtClean="0"/>
              <a:t>조 </a:t>
            </a:r>
            <a:r>
              <a:rPr kumimoji="1" lang="ko-KR" altLang="en-US" dirty="0" err="1" smtClean="0"/>
              <a:t>웹프</a:t>
            </a:r>
            <a:r>
              <a:rPr kumimoji="1" lang="ko-KR" altLang="en-US" dirty="0" smtClean="0"/>
              <a:t> </a:t>
            </a:r>
            <a:r>
              <a:rPr kumimoji="1" lang="ko-KR" altLang="en-US" dirty="0" err="1" smtClean="0"/>
              <a:t>걸뱅이</a:t>
            </a:r>
            <a:r>
              <a:rPr kumimoji="1" lang="ko-KR" altLang="en-US" dirty="0" smtClean="0"/>
              <a:t> 팀입니다</a:t>
            </a:r>
            <a:r>
              <a:rPr kumimoji="1" lang="en-US" altLang="ko-KR" dirty="0" smtClean="0"/>
              <a:t>.</a:t>
            </a:r>
            <a:r>
              <a:rPr kumimoji="1" lang="ko-KR" altLang="en-US" dirty="0" smtClean="0"/>
              <a:t> </a:t>
            </a:r>
            <a:endParaRPr kumimoji="1" lang="en-US" altLang="ko-KR" dirty="0" smtClean="0"/>
          </a:p>
          <a:p>
            <a:r>
              <a:rPr kumimoji="1" lang="ko-KR" altLang="en-US" dirty="0" smtClean="0"/>
              <a:t>저희는 사진 갤러리를 웹 프로젝트 사이트로 제작하였습니다</a:t>
            </a:r>
            <a:r>
              <a:rPr kumimoji="1" lang="en-US" altLang="ko-KR" dirty="0" smtClean="0"/>
              <a:t>.</a:t>
            </a:r>
          </a:p>
          <a:p>
            <a:r>
              <a:rPr kumimoji="1" lang="ko-KR" altLang="en-US" dirty="0" smtClean="0"/>
              <a:t>저는 </a:t>
            </a:r>
            <a:r>
              <a:rPr kumimoji="1" lang="ko-KR" altLang="en-US" dirty="0"/>
              <a:t>발표를 맡게 될 김동연입니다</a:t>
            </a:r>
            <a:r>
              <a:rPr kumimoji="1" lang="en-US" altLang="ko-KR" dirty="0"/>
              <a:t>.</a:t>
            </a:r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1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285670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x-none" altLang="en-US" dirty="0"/>
              <a:t>우선</a:t>
            </a:r>
            <a:r>
              <a:rPr kumimoji="1" lang="ko-KR" altLang="en-US" dirty="0"/>
              <a:t> 목차를 </a:t>
            </a:r>
            <a:r>
              <a:rPr kumimoji="1" lang="ko-KR" altLang="en-US" dirty="0" err="1"/>
              <a:t>설명드리겠습니다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저희는 먼저 팀 역할 분배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smtClean="0"/>
              <a:t>핵심 기능 데이터베이스 </a:t>
            </a:r>
            <a:r>
              <a:rPr kumimoji="1" lang="ko-KR" altLang="en-US" dirty="0" err="1" smtClean="0"/>
              <a:t>쿼리문</a:t>
            </a:r>
            <a:r>
              <a:rPr kumimoji="1" lang="ko-KR" altLang="en-US" dirty="0" smtClean="0"/>
              <a:t> </a:t>
            </a:r>
            <a:r>
              <a:rPr kumimoji="1" lang="ko-KR" altLang="en-US" dirty="0"/>
              <a:t>리뷰</a:t>
            </a:r>
            <a:r>
              <a:rPr kumimoji="1" lang="en-US" altLang="ko-KR" dirty="0" smtClean="0"/>
              <a:t>,</a:t>
            </a:r>
            <a:r>
              <a:rPr kumimoji="1" lang="ko-KR" altLang="en-US" dirty="0" smtClean="0"/>
              <a:t> </a:t>
            </a:r>
            <a:r>
              <a:rPr kumimoji="1" lang="ko-KR" altLang="en-US" dirty="0"/>
              <a:t>마지막으로 웹 페이지 동작 시연과 함께 </a:t>
            </a:r>
            <a:r>
              <a:rPr kumimoji="1" lang="en-US" altLang="ko-KR" dirty="0" err="1"/>
              <a:t>jsp</a:t>
            </a:r>
            <a:r>
              <a:rPr kumimoji="1" lang="ko-KR" altLang="en-US" dirty="0" smtClean="0"/>
              <a:t>코드 일부분을 보여드리려고 합니다</a:t>
            </a:r>
            <a:r>
              <a:rPr kumimoji="1" lang="en-US" altLang="ko-KR" dirty="0" smtClean="0"/>
              <a:t>.</a:t>
            </a:r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2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4079663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x-none" altLang="en-US" dirty="0"/>
              <a:t>역할분배를</a:t>
            </a:r>
            <a:r>
              <a:rPr kumimoji="1" lang="ko-KR" altLang="en-US" dirty="0"/>
              <a:t> 말씀드리겠습니다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우선 저는 발표를 맡았고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메인 페이지를 구현하였으며 기타 자료 사진을 제공하였습니다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다음으로 각 </a:t>
            </a:r>
            <a:r>
              <a:rPr kumimoji="1" lang="ko-KR" altLang="en-US" dirty="0" err="1"/>
              <a:t>팀원별</a:t>
            </a:r>
            <a:r>
              <a:rPr kumimoji="1" lang="ko-KR" altLang="en-US" dirty="0"/>
              <a:t> </a:t>
            </a:r>
            <a:r>
              <a:rPr kumimoji="1" lang="ko-KR" altLang="en-US" dirty="0" smtClean="0"/>
              <a:t>업무 분배를 </a:t>
            </a:r>
            <a:r>
              <a:rPr kumimoji="1" lang="ko-KR" altLang="en-US" dirty="0"/>
              <a:t>말씀드리겠습니다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첫 번째 조원은 사진 등록 페이지</a:t>
            </a:r>
            <a:r>
              <a:rPr kumimoji="1" lang="en-US" altLang="ko-KR" dirty="0"/>
              <a:t>,</a:t>
            </a:r>
            <a:r>
              <a:rPr kumimoji="1" lang="ko-KR" altLang="en-US" dirty="0"/>
              <a:t> 데이터베이스 구현</a:t>
            </a:r>
            <a:r>
              <a:rPr kumimoji="1" lang="en-US" altLang="ko-KR" dirty="0"/>
              <a:t>,</a:t>
            </a:r>
            <a:r>
              <a:rPr kumimoji="1" lang="ko-KR" altLang="en-US" dirty="0"/>
              <a:t> 게시물 삭제 기능을 구현하였습니다</a:t>
            </a:r>
            <a:r>
              <a:rPr kumimoji="1" lang="en-US" altLang="ko-KR" dirty="0"/>
              <a:t>.</a:t>
            </a:r>
          </a:p>
          <a:p>
            <a:r>
              <a:rPr kumimoji="1" lang="x-none" altLang="en-US" dirty="0"/>
              <a:t>두</a:t>
            </a:r>
            <a:r>
              <a:rPr kumimoji="1" lang="ko-KR" altLang="en-US" dirty="0"/>
              <a:t> 번째 조원은 로그인과 회원가입 페이지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smtClean="0"/>
              <a:t>계정 </a:t>
            </a:r>
            <a:r>
              <a:rPr kumimoji="1" lang="ko-KR" altLang="en-US" dirty="0"/>
              <a:t>관련 데이터베이스를 구현하였습니다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세 번째 조원은 사진 상세 페이지</a:t>
            </a:r>
            <a:r>
              <a:rPr kumimoji="1" lang="en-US" altLang="ko-KR" dirty="0"/>
              <a:t>,</a:t>
            </a:r>
            <a:r>
              <a:rPr kumimoji="1" lang="ko-KR" altLang="en-US" dirty="0"/>
              <a:t> 사진 다운로드 기능을 구현하였고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파워포인트를 제작하였습니다</a:t>
            </a:r>
            <a:r>
              <a:rPr kumimoji="1" lang="en-US" altLang="ko-KR" dirty="0"/>
              <a:t>.</a:t>
            </a:r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3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63997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x-none" altLang="en-US" dirty="0"/>
              <a:t>이제</a:t>
            </a:r>
            <a:r>
              <a:rPr kumimoji="1" lang="ko-KR" altLang="en-US" dirty="0"/>
              <a:t> 데이터베이스의 </a:t>
            </a:r>
            <a:r>
              <a:rPr kumimoji="1" lang="ko-KR" altLang="en-US" dirty="0" err="1" smtClean="0"/>
              <a:t>쿼리문부터</a:t>
            </a:r>
            <a:r>
              <a:rPr kumimoji="1" lang="ko-KR" altLang="en-US" dirty="0" smtClean="0"/>
              <a:t> 리뷰를 시작하겠습니다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먼저 데이터베이스를 생성하는 </a:t>
            </a:r>
            <a:r>
              <a:rPr kumimoji="1" lang="ko-KR" altLang="en-US" dirty="0" smtClean="0"/>
              <a:t>기본 </a:t>
            </a:r>
            <a:r>
              <a:rPr kumimoji="1" lang="ko-KR" altLang="en-US" dirty="0" err="1" smtClean="0"/>
              <a:t>생성자입니다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교재와 같이 </a:t>
            </a:r>
            <a:r>
              <a:rPr kumimoji="1" lang="ko-KR" altLang="en-US" dirty="0" smtClean="0"/>
              <a:t>데이터베이스를 로컬에서 페이지와 </a:t>
            </a:r>
            <a:r>
              <a:rPr kumimoji="1" lang="ko-KR" altLang="en-US" dirty="0"/>
              <a:t>연동하였습니다</a:t>
            </a:r>
            <a:r>
              <a:rPr kumimoji="1" lang="en-US" altLang="ko-KR" dirty="0"/>
              <a:t>.</a:t>
            </a:r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4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643717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x-none" altLang="en-US" dirty="0"/>
              <a:t>다음으로</a:t>
            </a:r>
            <a:r>
              <a:rPr kumimoji="1" lang="en-US" altLang="x-none" dirty="0"/>
              <a:t>,</a:t>
            </a:r>
            <a:r>
              <a:rPr kumimoji="1" lang="ko-KR" altLang="en-US" dirty="0"/>
              <a:t> 로그인 부분 관련 데이터베이스 </a:t>
            </a:r>
            <a:r>
              <a:rPr kumimoji="1" lang="ko-KR" altLang="en-US" dirty="0" smtClean="0"/>
              <a:t>코드부터 살펴보겠습니다</a:t>
            </a:r>
            <a:r>
              <a:rPr kumimoji="1" lang="en-US" altLang="ko-KR" dirty="0" smtClean="0"/>
              <a:t>.</a:t>
            </a:r>
          </a:p>
          <a:p>
            <a:r>
              <a:rPr kumimoji="1" lang="ko-KR" altLang="en-US" dirty="0" smtClean="0"/>
              <a:t>먼저 </a:t>
            </a:r>
            <a:r>
              <a:rPr kumimoji="1" lang="ko-KR" altLang="en-US" dirty="0" err="1" smtClean="0"/>
              <a:t>로그인을</a:t>
            </a:r>
            <a:r>
              <a:rPr kumimoji="1" lang="ko-KR" altLang="en-US" dirty="0" smtClean="0"/>
              <a:t> 하기 위한 </a:t>
            </a:r>
            <a:r>
              <a:rPr kumimoji="1" lang="en-US" altLang="ko-KR" dirty="0" smtClean="0"/>
              <a:t>login</a:t>
            </a:r>
            <a:r>
              <a:rPr kumimoji="1" lang="en-US" altLang="ko-KR" baseline="0" dirty="0" smtClean="0"/>
              <a:t> </a:t>
            </a:r>
            <a:r>
              <a:rPr kumimoji="1" lang="ko-KR" altLang="en-US" baseline="0" dirty="0" smtClean="0"/>
              <a:t>함수</a:t>
            </a:r>
            <a:r>
              <a:rPr kumimoji="1" lang="ko-KR" altLang="en-US" dirty="0" smtClean="0"/>
              <a:t>입니다</a:t>
            </a:r>
            <a:r>
              <a:rPr kumimoji="1" lang="en-US" altLang="ko-KR" dirty="0" smtClean="0"/>
              <a:t>.</a:t>
            </a:r>
            <a:endParaRPr kumimoji="1" lang="en-US" altLang="ko-KR" dirty="0"/>
          </a:p>
          <a:p>
            <a:r>
              <a:rPr kumimoji="1" lang="ko-KR" altLang="en-US" dirty="0" smtClean="0"/>
              <a:t>요약하자면</a:t>
            </a:r>
            <a:r>
              <a:rPr kumimoji="1" lang="en-US" altLang="ko-KR" dirty="0" smtClean="0"/>
              <a:t>, </a:t>
            </a:r>
            <a:r>
              <a:rPr kumimoji="1" lang="ko-KR" altLang="en-US" dirty="0" smtClean="0"/>
              <a:t>아이디에 </a:t>
            </a:r>
            <a:r>
              <a:rPr kumimoji="1" lang="ko-KR" altLang="en-US" dirty="0"/>
              <a:t>해당하는 패스워드를 </a:t>
            </a:r>
            <a:r>
              <a:rPr kumimoji="1" lang="ko-KR" altLang="en-US" dirty="0" smtClean="0"/>
              <a:t>결과 </a:t>
            </a:r>
            <a:r>
              <a:rPr kumimoji="1" lang="en-US" altLang="ko-KR" dirty="0" err="1" smtClean="0"/>
              <a:t>rs</a:t>
            </a:r>
            <a:r>
              <a:rPr kumimoji="1" lang="ko-KR" altLang="en-US" dirty="0" smtClean="0"/>
              <a:t>에 가져와</a:t>
            </a:r>
            <a:r>
              <a:rPr kumimoji="1" lang="en-US" altLang="ko-KR" dirty="0" smtClean="0"/>
              <a:t>, </a:t>
            </a:r>
            <a:r>
              <a:rPr kumimoji="1" lang="ko-KR" altLang="en-US" dirty="0" smtClean="0"/>
              <a:t>아이디와 비밀번호</a:t>
            </a:r>
            <a:r>
              <a:rPr kumimoji="1" lang="ko-KR" altLang="en-US" baseline="0" dirty="0" smtClean="0"/>
              <a:t> 정보가 데이터베이스와 일치하는지 검증하는 코드입니다</a:t>
            </a:r>
            <a:r>
              <a:rPr kumimoji="1" lang="en-US" altLang="ko-KR" dirty="0" smtClean="0"/>
              <a:t>.</a:t>
            </a:r>
          </a:p>
          <a:p>
            <a:r>
              <a:rPr kumimoji="1" lang="en-US" altLang="x-none" dirty="0" err="1" smtClean="0"/>
              <a:t>Sql</a:t>
            </a:r>
            <a:r>
              <a:rPr kumimoji="1" lang="ko-KR" altLang="en-US" dirty="0" smtClean="0"/>
              <a:t>문을 작성하고</a:t>
            </a:r>
            <a:r>
              <a:rPr kumimoji="1" lang="en-US" altLang="ko-KR" dirty="0" smtClean="0"/>
              <a:t>,</a:t>
            </a:r>
            <a:r>
              <a:rPr kumimoji="1" lang="ko-KR" altLang="en-US" dirty="0" smtClean="0"/>
              <a:t> 함수 인자로 들어온 유저아이디를 </a:t>
            </a:r>
            <a:r>
              <a:rPr kumimoji="1" lang="en-US" altLang="ko-KR" dirty="0" err="1" smtClean="0"/>
              <a:t>sql</a:t>
            </a:r>
            <a:r>
              <a:rPr kumimoji="1" lang="ko-KR" altLang="en-US" dirty="0" smtClean="0"/>
              <a:t>문에 추가하여 그 아이디의 비밀번호를 가져옵니다</a:t>
            </a:r>
            <a:r>
              <a:rPr kumimoji="1" lang="en-US" altLang="ko-KR" dirty="0" smtClean="0"/>
              <a:t>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 smtClean="0"/>
              <a:t>그 비밀번호가 인자로 들어온 비밀번호와 일치하면 </a:t>
            </a:r>
            <a:r>
              <a:rPr kumimoji="1" lang="en-US" altLang="ko-KR" dirty="0" smtClean="0"/>
              <a:t>1</a:t>
            </a:r>
            <a:r>
              <a:rPr kumimoji="1" lang="ko-KR" altLang="en-US" dirty="0" smtClean="0"/>
              <a:t>을</a:t>
            </a:r>
            <a:r>
              <a:rPr kumimoji="1" lang="en-US" altLang="ko-KR" dirty="0" smtClean="0"/>
              <a:t>, </a:t>
            </a:r>
            <a:r>
              <a:rPr kumimoji="1" lang="ko-KR" altLang="en-US" dirty="0" smtClean="0"/>
              <a:t>아니라면</a:t>
            </a:r>
            <a:r>
              <a:rPr kumimoji="1" lang="en-US" altLang="ko-KR" dirty="0" smtClean="0"/>
              <a:t>0</a:t>
            </a:r>
            <a:r>
              <a:rPr kumimoji="1" lang="ko-KR" altLang="en-US" dirty="0" smtClean="0"/>
              <a:t>을 </a:t>
            </a:r>
            <a:r>
              <a:rPr kumimoji="1" lang="ko-KR" altLang="en-US" dirty="0" err="1" smtClean="0"/>
              <a:t>리턴합니다</a:t>
            </a:r>
            <a:r>
              <a:rPr kumimoji="1" lang="en-US" altLang="ko-KR" dirty="0" smtClean="0"/>
              <a:t>.</a:t>
            </a:r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5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287039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x-none" altLang="en-US" dirty="0"/>
              <a:t>다음으로</a:t>
            </a:r>
            <a:r>
              <a:rPr kumimoji="1" lang="en-US" altLang="x-none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 smtClean="0"/>
              <a:t>회원가입시</a:t>
            </a:r>
            <a:r>
              <a:rPr kumimoji="1" lang="ko-KR" altLang="en-US" dirty="0" smtClean="0"/>
              <a:t> 사용되는 </a:t>
            </a:r>
            <a:r>
              <a:rPr kumimoji="1" lang="ko-KR" altLang="en-US" dirty="0"/>
              <a:t>데이터베이스 관련 </a:t>
            </a:r>
            <a:r>
              <a:rPr kumimoji="1" lang="ko-KR" altLang="en-US" dirty="0" smtClean="0"/>
              <a:t>함수 </a:t>
            </a:r>
            <a:r>
              <a:rPr kumimoji="1" lang="en-US" altLang="ko-KR" dirty="0" err="1" smtClean="0"/>
              <a:t>registe</a:t>
            </a:r>
            <a:r>
              <a:rPr kumimoji="1" lang="ko-KR" altLang="en-US" dirty="0" smtClean="0"/>
              <a:t>입니다</a:t>
            </a:r>
            <a:r>
              <a:rPr kumimoji="1" lang="en-US" altLang="ko-KR" dirty="0" smtClean="0"/>
              <a:t>.</a:t>
            </a:r>
            <a:endParaRPr kumimoji="1" lang="en-US" altLang="ko-KR" dirty="0"/>
          </a:p>
          <a:p>
            <a:r>
              <a:rPr kumimoji="1" lang="x-none" altLang="en-US" dirty="0"/>
              <a:t>사용자가</a:t>
            </a:r>
            <a:r>
              <a:rPr kumimoji="1" lang="ko-KR" altLang="en-US" dirty="0"/>
              <a:t> 입력한 아이디와 비밀번호를 갖는 </a:t>
            </a:r>
            <a:r>
              <a:rPr kumimoji="1" lang="x-none" altLang="en-US" dirty="0"/>
              <a:t>유저</a:t>
            </a:r>
            <a:r>
              <a:rPr kumimoji="1" lang="ko-KR" altLang="en-US" dirty="0"/>
              <a:t> 객체를 인자로 받은 후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endParaRPr kumimoji="1" lang="en-US" altLang="ko-KR" dirty="0" smtClean="0"/>
          </a:p>
          <a:p>
            <a:r>
              <a:rPr kumimoji="1" lang="ko-KR" altLang="en-US" dirty="0" smtClean="0"/>
              <a:t>해당 </a:t>
            </a:r>
            <a:r>
              <a:rPr kumimoji="1" lang="ko-KR" altLang="en-US" dirty="0"/>
              <a:t>객체에서 아이디와 비밀번호를 </a:t>
            </a:r>
            <a:r>
              <a:rPr kumimoji="1" lang="ko-KR" altLang="en-US" dirty="0" smtClean="0"/>
              <a:t>가져와 </a:t>
            </a:r>
            <a:r>
              <a:rPr kumimoji="1" lang="en-US" altLang="ko-KR" dirty="0" err="1"/>
              <a:t>sql</a:t>
            </a:r>
            <a:r>
              <a:rPr kumimoji="1" lang="en-US" altLang="ko-KR" dirty="0"/>
              <a:t> </a:t>
            </a:r>
            <a:r>
              <a:rPr kumimoji="1" lang="ko-KR" altLang="en-US" dirty="0" err="1"/>
              <a:t>쿼리문에</a:t>
            </a:r>
            <a:r>
              <a:rPr kumimoji="1" lang="ko-KR" altLang="en-US" dirty="0"/>
              <a:t> </a:t>
            </a:r>
            <a:r>
              <a:rPr kumimoji="1" lang="ko-KR" altLang="en-US" dirty="0" smtClean="0"/>
              <a:t>추가시킨 뒤</a:t>
            </a:r>
            <a:r>
              <a:rPr kumimoji="1" lang="ko-KR" altLang="en-US" baseline="0" dirty="0" smtClean="0"/>
              <a:t> </a:t>
            </a:r>
            <a:r>
              <a:rPr kumimoji="1" lang="ko-KR" altLang="en-US" baseline="0" dirty="0" err="1" smtClean="0"/>
              <a:t>쿼리문을</a:t>
            </a:r>
            <a:r>
              <a:rPr kumimoji="1" lang="ko-KR" altLang="en-US" baseline="0" dirty="0" smtClean="0"/>
              <a:t> </a:t>
            </a:r>
            <a:r>
              <a:rPr kumimoji="1" lang="ko-KR" altLang="en-US" dirty="0" smtClean="0"/>
              <a:t>실행하여 </a:t>
            </a:r>
            <a:r>
              <a:rPr kumimoji="1" lang="ko-KR" altLang="en-US" dirty="0"/>
              <a:t>데이터베이스에 </a:t>
            </a:r>
            <a:r>
              <a:rPr kumimoji="1" lang="ko-KR" altLang="en-US" dirty="0" smtClean="0"/>
              <a:t>해당 계정 정보를 추가하는 코드입니다</a:t>
            </a:r>
            <a:r>
              <a:rPr kumimoji="1" lang="en-US" altLang="ko-KR" dirty="0" smtClean="0"/>
              <a:t>.</a:t>
            </a:r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6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792018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x-none" altLang="en-US" dirty="0"/>
              <a:t>다음으로</a:t>
            </a:r>
            <a:r>
              <a:rPr kumimoji="1" lang="ko-KR" altLang="en-US" dirty="0"/>
              <a:t> 메인 페이지의 데이터베이스 관련 </a:t>
            </a:r>
            <a:r>
              <a:rPr kumimoji="1" lang="ko-KR" altLang="en-US" dirty="0" smtClean="0"/>
              <a:t>함수 </a:t>
            </a:r>
            <a:r>
              <a:rPr kumimoji="1" lang="en-US" altLang="ko-KR" dirty="0" err="1" smtClean="0"/>
              <a:t>PhotoList</a:t>
            </a:r>
            <a:r>
              <a:rPr kumimoji="1" lang="ko-KR" altLang="en-US" dirty="0" smtClean="0"/>
              <a:t>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 smtClean="0"/>
          </a:p>
          <a:p>
            <a:r>
              <a:rPr kumimoji="1" lang="ko-KR" altLang="en-US" dirty="0" smtClean="0"/>
              <a:t>메인 페이지에서 보여줄 </a:t>
            </a:r>
            <a:r>
              <a:rPr kumimoji="1" lang="ko-KR" altLang="en-US" dirty="0"/>
              <a:t>사진 </a:t>
            </a:r>
            <a:r>
              <a:rPr kumimoji="1" lang="ko-KR" altLang="en-US" dirty="0" smtClean="0"/>
              <a:t>데이터베이스의 </a:t>
            </a:r>
            <a:r>
              <a:rPr kumimoji="1" lang="ko-KR" altLang="en-US" dirty="0"/>
              <a:t>전체 사진 목록을 불러오는 </a:t>
            </a:r>
            <a:r>
              <a:rPr kumimoji="1" lang="ko-KR" altLang="en-US" dirty="0" smtClean="0"/>
              <a:t>역할을 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이때 </a:t>
            </a:r>
            <a:r>
              <a:rPr kumimoji="1" lang="ko-KR" altLang="en-US" dirty="0" smtClean="0"/>
              <a:t>인자로는 </a:t>
            </a:r>
            <a:r>
              <a:rPr kumimoji="1" lang="en-US" altLang="ko-KR" dirty="0" err="1" smtClean="0"/>
              <a:t>orderType</a:t>
            </a:r>
            <a:r>
              <a:rPr kumimoji="1" lang="ko-KR" altLang="en-US" dirty="0" smtClean="0"/>
              <a:t>이라는 문자열을 받아옵니다</a:t>
            </a:r>
            <a:r>
              <a:rPr kumimoji="1" lang="en-US" altLang="ko-KR" dirty="0" smtClean="0"/>
              <a:t>.</a:t>
            </a:r>
          </a:p>
          <a:p>
            <a:r>
              <a:rPr kumimoji="1" lang="ko-KR" altLang="en-US" dirty="0" smtClean="0"/>
              <a:t>이에 따라 </a:t>
            </a:r>
            <a:r>
              <a:rPr kumimoji="1" lang="ko-KR" altLang="en-US" dirty="0" err="1" smtClean="0"/>
              <a:t>최신순으로</a:t>
            </a:r>
            <a:r>
              <a:rPr kumimoji="1" lang="ko-KR" altLang="en-US" dirty="0" smtClean="0"/>
              <a:t> 정렬할지</a:t>
            </a:r>
            <a:r>
              <a:rPr kumimoji="1" lang="en-US" altLang="ko-KR" dirty="0" smtClean="0"/>
              <a:t>,</a:t>
            </a:r>
            <a:r>
              <a:rPr kumimoji="1" lang="ko-KR" altLang="en-US" dirty="0" smtClean="0"/>
              <a:t> </a:t>
            </a:r>
            <a:r>
              <a:rPr kumimoji="1" lang="ko-KR" altLang="en-US" dirty="0" err="1" smtClean="0"/>
              <a:t>인기순으로</a:t>
            </a:r>
            <a:r>
              <a:rPr kumimoji="1" lang="ko-KR" altLang="en-US" dirty="0" smtClean="0"/>
              <a:t> 정렬할지를 결정하고</a:t>
            </a:r>
            <a:r>
              <a:rPr kumimoji="1" lang="en-US" altLang="ko-KR" dirty="0" smtClean="0"/>
              <a:t>,</a:t>
            </a:r>
            <a:r>
              <a:rPr kumimoji="1" lang="en-US" altLang="ko-KR" baseline="0" dirty="0" smtClean="0"/>
              <a:t> </a:t>
            </a:r>
            <a:r>
              <a:rPr kumimoji="1" lang="ko-KR" altLang="en-US" baseline="0" dirty="0" smtClean="0"/>
              <a:t>그 방법에</a:t>
            </a:r>
            <a:r>
              <a:rPr kumimoji="1" lang="ko-KR" altLang="en-US" dirty="0" smtClean="0"/>
              <a:t> </a:t>
            </a:r>
            <a:r>
              <a:rPr kumimoji="1" lang="ko-KR" altLang="en-US" dirty="0"/>
              <a:t>따라 </a:t>
            </a:r>
            <a:r>
              <a:rPr kumimoji="1" lang="en-US" altLang="ko-KR" dirty="0" err="1"/>
              <a:t>sql</a:t>
            </a:r>
            <a:r>
              <a:rPr kumimoji="1" lang="ko-KR" altLang="en-US" dirty="0"/>
              <a:t>문을 </a:t>
            </a:r>
            <a:r>
              <a:rPr kumimoji="1" lang="ko-KR" altLang="en-US" dirty="0" smtClean="0"/>
              <a:t>변경하도록 하였습니다</a:t>
            </a:r>
            <a:r>
              <a:rPr kumimoji="1" lang="en-US" altLang="ko-KR" dirty="0" smtClean="0"/>
              <a:t>.</a:t>
            </a:r>
          </a:p>
          <a:p>
            <a:r>
              <a:rPr kumimoji="1" lang="ko-KR" altLang="en-US" dirty="0" smtClean="0"/>
              <a:t>예를 들어</a:t>
            </a:r>
            <a:r>
              <a:rPr kumimoji="1" lang="en-US" altLang="ko-KR" dirty="0" smtClean="0"/>
              <a:t>, </a:t>
            </a:r>
            <a:r>
              <a:rPr kumimoji="1" lang="en-US" altLang="ko-KR" dirty="0" err="1" smtClean="0"/>
              <a:t>orderType</a:t>
            </a:r>
            <a:r>
              <a:rPr kumimoji="1" lang="en-US" altLang="ko-KR" dirty="0" smtClean="0"/>
              <a:t> </a:t>
            </a:r>
            <a:r>
              <a:rPr kumimoji="1" lang="ko-KR" altLang="en-US" dirty="0" smtClean="0"/>
              <a:t>인자가 </a:t>
            </a:r>
            <a:r>
              <a:rPr kumimoji="1" lang="en-US" altLang="ko-KR" dirty="0" smtClean="0"/>
              <a:t>popular </a:t>
            </a:r>
            <a:r>
              <a:rPr kumimoji="1" lang="ko-KR" altLang="en-US" dirty="0" smtClean="0"/>
              <a:t>문자열일</a:t>
            </a:r>
            <a:r>
              <a:rPr kumimoji="1" lang="ko-KR" altLang="en-US" baseline="0" dirty="0" smtClean="0"/>
              <a:t> 경우 데이터베이스의 </a:t>
            </a:r>
            <a:r>
              <a:rPr kumimoji="1" lang="en-US" altLang="ko-KR" baseline="0" dirty="0" smtClean="0"/>
              <a:t>hits</a:t>
            </a:r>
            <a:r>
              <a:rPr kumimoji="1" lang="ko-KR" altLang="en-US" baseline="0" dirty="0" smtClean="0"/>
              <a:t>라는 스키마</a:t>
            </a:r>
            <a:r>
              <a:rPr kumimoji="1" lang="en-US" altLang="ko-KR" baseline="0" dirty="0" smtClean="0"/>
              <a:t>, (</a:t>
            </a:r>
            <a:r>
              <a:rPr kumimoji="1" lang="ko-KR" altLang="en-US" baseline="0" dirty="0" smtClean="0"/>
              <a:t>즉 조회수</a:t>
            </a:r>
            <a:r>
              <a:rPr kumimoji="1" lang="en-US" altLang="ko-KR" baseline="0" dirty="0" smtClean="0"/>
              <a:t>)</a:t>
            </a:r>
            <a:r>
              <a:rPr kumimoji="1" lang="ko-KR" altLang="en-US" baseline="0" dirty="0" smtClean="0"/>
              <a:t>에 따라 내림차순으로 정렬된 테이블들이 </a:t>
            </a:r>
            <a:r>
              <a:rPr kumimoji="1" lang="en-US" altLang="ko-KR" baseline="0" dirty="0" err="1" smtClean="0"/>
              <a:t>rs</a:t>
            </a:r>
            <a:r>
              <a:rPr kumimoji="1" lang="en-US" altLang="ko-KR" baseline="0" dirty="0" smtClean="0"/>
              <a:t>(</a:t>
            </a:r>
            <a:r>
              <a:rPr kumimoji="1" lang="ko-KR" altLang="en-US" baseline="0" dirty="0" smtClean="0"/>
              <a:t>결과</a:t>
            </a:r>
            <a:r>
              <a:rPr kumimoji="1" lang="en-US" altLang="ko-KR" baseline="0" dirty="0" smtClean="0"/>
              <a:t>)</a:t>
            </a:r>
            <a:r>
              <a:rPr kumimoji="1" lang="ko-KR" altLang="en-US" baseline="0" dirty="0" smtClean="0"/>
              <a:t>에 저장될 것입니다</a:t>
            </a:r>
            <a:r>
              <a:rPr kumimoji="1" lang="en-US" altLang="ko-KR" baseline="0" dirty="0" smtClean="0"/>
              <a:t>.</a:t>
            </a:r>
            <a:endParaRPr kumimoji="1" lang="en-US" altLang="ko-KR" dirty="0" smtClean="0"/>
          </a:p>
          <a:p>
            <a:r>
              <a:rPr kumimoji="1" lang="ko-KR" altLang="en-US" dirty="0" smtClean="0"/>
              <a:t>이후에 </a:t>
            </a:r>
            <a:r>
              <a:rPr kumimoji="1" lang="ko-KR" altLang="en-US" dirty="0"/>
              <a:t>결과 테이블에서 </a:t>
            </a:r>
            <a:r>
              <a:rPr kumimoji="1" lang="ko-KR" altLang="en-US" dirty="0" smtClean="0"/>
              <a:t>객체에 저장할 이름</a:t>
            </a:r>
            <a:r>
              <a:rPr kumimoji="1" lang="en-US" altLang="ko-KR" dirty="0" smtClean="0"/>
              <a:t>,</a:t>
            </a:r>
            <a:r>
              <a:rPr kumimoji="1" lang="en-US" altLang="ko-KR" baseline="0" dirty="0" smtClean="0"/>
              <a:t> blob </a:t>
            </a:r>
            <a:r>
              <a:rPr kumimoji="1" lang="ko-KR" altLang="en-US" baseline="0" dirty="0" smtClean="0"/>
              <a:t>데이터타입 사진 등의 정보를 가져와서</a:t>
            </a:r>
            <a:r>
              <a:rPr kumimoji="1" lang="en-US" altLang="ko-KR" baseline="0" dirty="0" smtClean="0"/>
              <a:t>, </a:t>
            </a:r>
            <a:r>
              <a:rPr kumimoji="1" lang="ko-KR" altLang="en-US" baseline="0" dirty="0" smtClean="0"/>
              <a:t>사진 객체에 저장합니다</a:t>
            </a:r>
            <a:r>
              <a:rPr kumimoji="1" lang="en-US" altLang="ko-KR" baseline="0" dirty="0" smtClean="0"/>
              <a:t>.</a:t>
            </a:r>
          </a:p>
          <a:p>
            <a:r>
              <a:rPr kumimoji="1" lang="ko-KR" altLang="en-US" baseline="0" dirty="0" smtClean="0"/>
              <a:t>이후 모든 객체들이 저장된 리스트를 </a:t>
            </a:r>
            <a:r>
              <a:rPr kumimoji="1" lang="ko-KR" altLang="en-US" baseline="0" dirty="0" err="1" smtClean="0"/>
              <a:t>리턴하여</a:t>
            </a:r>
            <a:r>
              <a:rPr kumimoji="1" lang="en-US" altLang="ko-KR" baseline="0" dirty="0" smtClean="0"/>
              <a:t>, </a:t>
            </a:r>
            <a:r>
              <a:rPr kumimoji="1" lang="ko-KR" altLang="en-US" baseline="0" dirty="0" smtClean="0"/>
              <a:t>메인 페이지에서 리스트를 사용하여 전체 사진을 출력하도록 하였습니다</a:t>
            </a:r>
            <a:r>
              <a:rPr kumimoji="1" lang="en-US" altLang="ko-KR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7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109268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x-none" altLang="en-US" dirty="0"/>
              <a:t>다음으로</a:t>
            </a:r>
            <a:r>
              <a:rPr kumimoji="1" lang="en-US" altLang="x-none" dirty="0"/>
              <a:t>,</a:t>
            </a:r>
            <a:r>
              <a:rPr kumimoji="1" lang="ko-KR" altLang="en-US" dirty="0"/>
              <a:t> 메인 페이지에서 상세 페이지로 넘어갈 때 포토카드 객체를 생성하고 데이터베이스에서 상세정보를 가져오는 </a:t>
            </a:r>
            <a:r>
              <a:rPr kumimoji="1" lang="ko-KR" altLang="en-US" dirty="0" smtClean="0"/>
              <a:t>기능을 하는</a:t>
            </a:r>
            <a:r>
              <a:rPr kumimoji="1" lang="en-US" altLang="ko-KR" dirty="0" smtClean="0"/>
              <a:t>,</a:t>
            </a:r>
            <a:r>
              <a:rPr kumimoji="1" lang="en-US" altLang="ko-KR" baseline="0" dirty="0" smtClean="0"/>
              <a:t> </a:t>
            </a:r>
            <a:r>
              <a:rPr kumimoji="1" lang="en-US" altLang="ko-KR" baseline="0" dirty="0" err="1" smtClean="0"/>
              <a:t>PhotoCard</a:t>
            </a:r>
            <a:r>
              <a:rPr kumimoji="1" lang="en-US" altLang="ko-KR" baseline="0" dirty="0" smtClean="0"/>
              <a:t> </a:t>
            </a:r>
            <a:r>
              <a:rPr kumimoji="1" lang="ko-KR" altLang="en-US" baseline="0" dirty="0" smtClean="0"/>
              <a:t>함수입니다</a:t>
            </a:r>
            <a:r>
              <a:rPr kumimoji="1" lang="en-US" altLang="ko-KR" baseline="0" dirty="0" smtClean="0"/>
              <a:t>.</a:t>
            </a:r>
          </a:p>
          <a:p>
            <a:r>
              <a:rPr kumimoji="1" lang="ko-KR" altLang="en-US" baseline="0" dirty="0" smtClean="0"/>
              <a:t>인자로는 </a:t>
            </a:r>
            <a:r>
              <a:rPr kumimoji="1" lang="en-US" altLang="ko-KR" baseline="0" dirty="0" smtClean="0"/>
              <a:t>code, </a:t>
            </a:r>
            <a:r>
              <a:rPr kumimoji="1" lang="ko-KR" altLang="en-US" baseline="0" dirty="0" smtClean="0"/>
              <a:t>주 키인 </a:t>
            </a:r>
            <a:r>
              <a:rPr kumimoji="1" lang="en-US" altLang="ko-KR" baseline="0" dirty="0" err="1" smtClean="0"/>
              <a:t>product_code</a:t>
            </a:r>
            <a:r>
              <a:rPr kumimoji="1" lang="en-US" altLang="ko-KR" baseline="0" dirty="0" smtClean="0"/>
              <a:t> </a:t>
            </a:r>
            <a:r>
              <a:rPr kumimoji="1" lang="ko-KR" altLang="en-US" baseline="0" dirty="0" smtClean="0"/>
              <a:t>를 받습니다</a:t>
            </a:r>
            <a:r>
              <a:rPr kumimoji="1" lang="en-US" altLang="ko-KR" baseline="0" dirty="0" smtClean="0"/>
              <a:t>.</a:t>
            </a:r>
            <a:endParaRPr kumimoji="1" lang="en-US" altLang="ko-KR" dirty="0"/>
          </a:p>
          <a:p>
            <a:r>
              <a:rPr kumimoji="1" lang="ko-KR" altLang="en-US" dirty="0" smtClean="0"/>
              <a:t>인자로 받은 </a:t>
            </a:r>
            <a:r>
              <a:rPr kumimoji="1" lang="en-US" altLang="ko-KR" dirty="0" smtClean="0"/>
              <a:t>product</a:t>
            </a:r>
            <a:r>
              <a:rPr kumimoji="1" lang="en-US" altLang="ko-KR" baseline="0" dirty="0" smtClean="0"/>
              <a:t> code</a:t>
            </a:r>
            <a:r>
              <a:rPr kumimoji="1" lang="ko-KR" altLang="en-US" dirty="0" smtClean="0"/>
              <a:t>를</a:t>
            </a:r>
            <a:r>
              <a:rPr kumimoji="1" lang="ko-KR" altLang="en-US" baseline="0" dirty="0" smtClean="0"/>
              <a:t> 가져오는 </a:t>
            </a:r>
            <a:r>
              <a:rPr kumimoji="1" lang="ko-KR" altLang="en-US" baseline="0" dirty="0" err="1" smtClean="0"/>
              <a:t>쿼리문을</a:t>
            </a:r>
            <a:r>
              <a:rPr kumimoji="1" lang="ko-KR" altLang="en-US" baseline="0" dirty="0" smtClean="0"/>
              <a:t> 통해</a:t>
            </a:r>
            <a:r>
              <a:rPr kumimoji="1" lang="en-US" altLang="ko-KR" baseline="0" dirty="0" smtClean="0"/>
              <a:t>, code</a:t>
            </a:r>
            <a:r>
              <a:rPr kumimoji="1" lang="ko-KR" altLang="en-US" dirty="0" smtClean="0"/>
              <a:t>가 일치하는</a:t>
            </a:r>
            <a:r>
              <a:rPr kumimoji="1" lang="ko-KR" altLang="en-US" baseline="0" dirty="0" smtClean="0"/>
              <a:t> 카드를</a:t>
            </a:r>
            <a:r>
              <a:rPr kumimoji="1" lang="ko-KR" altLang="en-US" dirty="0" smtClean="0"/>
              <a:t> 결과에 저장합니다</a:t>
            </a:r>
            <a:r>
              <a:rPr kumimoji="1" lang="en-US" altLang="ko-KR" dirty="0" smtClean="0"/>
              <a:t>.</a:t>
            </a:r>
            <a:endParaRPr kumimoji="1" lang="en-US" altLang="ko-KR" dirty="0"/>
          </a:p>
          <a:p>
            <a:r>
              <a:rPr kumimoji="1" lang="ko-KR" altLang="en-US" dirty="0" smtClean="0"/>
              <a:t>이후에 결과 테이블에서 객체에 저장할 </a:t>
            </a:r>
            <a:r>
              <a:rPr kumimoji="1" lang="ko-KR" altLang="en-US" baseline="0" dirty="0" smtClean="0"/>
              <a:t>정보들을 가져와서</a:t>
            </a:r>
            <a:r>
              <a:rPr kumimoji="1" lang="en-US" altLang="ko-KR" baseline="0" dirty="0" smtClean="0"/>
              <a:t>, </a:t>
            </a:r>
            <a:r>
              <a:rPr kumimoji="1" lang="ko-KR" altLang="en-US" baseline="0" dirty="0" smtClean="0"/>
              <a:t>사진 객체에 저장합니다</a:t>
            </a:r>
            <a:r>
              <a:rPr kumimoji="1" lang="en-US" altLang="ko-KR" baseline="0" dirty="0" smtClean="0"/>
              <a:t>.</a:t>
            </a:r>
          </a:p>
          <a:p>
            <a:r>
              <a:rPr kumimoji="1" lang="ko-KR" altLang="en-US" baseline="0" dirty="0" smtClean="0"/>
              <a:t>그리고</a:t>
            </a:r>
            <a:r>
              <a:rPr kumimoji="1" lang="en-US" altLang="ko-KR" baseline="0" dirty="0" smtClean="0"/>
              <a:t>, </a:t>
            </a:r>
            <a:r>
              <a:rPr kumimoji="1" lang="ko-KR" altLang="en-US" baseline="0" dirty="0" smtClean="0"/>
              <a:t>해당 카드를 조회하였으니</a:t>
            </a:r>
            <a:r>
              <a:rPr kumimoji="1" lang="en-US" altLang="ko-KR" baseline="0" dirty="0" smtClean="0"/>
              <a:t>, update </a:t>
            </a:r>
            <a:r>
              <a:rPr kumimoji="1" lang="ko-KR" altLang="en-US" baseline="0" dirty="0" err="1" smtClean="0"/>
              <a:t>쿼리문을</a:t>
            </a:r>
            <a:r>
              <a:rPr kumimoji="1" lang="ko-KR" altLang="en-US" baseline="0" dirty="0" smtClean="0"/>
              <a:t> 통해 </a:t>
            </a:r>
            <a:r>
              <a:rPr kumimoji="1" lang="en-US" altLang="ko-KR" baseline="0" dirty="0" smtClean="0"/>
              <a:t>hit</a:t>
            </a:r>
            <a:r>
              <a:rPr kumimoji="1" lang="ko-KR" altLang="en-US" baseline="0" dirty="0" smtClean="0"/>
              <a:t>를 </a:t>
            </a:r>
            <a:r>
              <a:rPr kumimoji="1" lang="en-US" altLang="ko-KR" baseline="0" dirty="0" smtClean="0"/>
              <a:t>1</a:t>
            </a:r>
            <a:r>
              <a:rPr kumimoji="1" lang="ko-KR" altLang="en-US" baseline="0" dirty="0" smtClean="0"/>
              <a:t>증가시키고</a:t>
            </a:r>
            <a:r>
              <a:rPr kumimoji="1" lang="en-US" altLang="ko-KR" baseline="0" dirty="0" smtClean="0"/>
              <a:t>, </a:t>
            </a:r>
            <a:r>
              <a:rPr kumimoji="1" lang="ko-KR" altLang="en-US" baseline="0" dirty="0" smtClean="0"/>
              <a:t>카드 객체를 </a:t>
            </a:r>
            <a:r>
              <a:rPr kumimoji="1" lang="ko-KR" altLang="en-US" baseline="0" dirty="0" err="1" smtClean="0"/>
              <a:t>리턴하며</a:t>
            </a:r>
            <a:r>
              <a:rPr kumimoji="1" lang="ko-KR" altLang="en-US" baseline="0" dirty="0" smtClean="0"/>
              <a:t> 종료됩니다</a:t>
            </a:r>
            <a:r>
              <a:rPr kumimoji="1" lang="en-US" altLang="ko-KR" baseline="0" dirty="0" smtClean="0"/>
              <a:t>.</a:t>
            </a:r>
            <a:endParaRPr kumimoji="1"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8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682688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x-none" altLang="en-US" dirty="0" smtClean="0"/>
              <a:t>다음으로</a:t>
            </a:r>
            <a:r>
              <a:rPr kumimoji="1" lang="en-US" altLang="x-none" dirty="0" smtClean="0"/>
              <a:t>,</a:t>
            </a:r>
            <a:r>
              <a:rPr kumimoji="1" lang="ko-KR" altLang="en-US" dirty="0" smtClean="0"/>
              <a:t> 상세 페이지에서 사진을 </a:t>
            </a:r>
            <a:r>
              <a:rPr kumimoji="1" lang="ko-KR" altLang="en-US" dirty="0" err="1" smtClean="0"/>
              <a:t>다운로드하고자</a:t>
            </a:r>
            <a:r>
              <a:rPr kumimoji="1" lang="ko-KR" altLang="en-US" dirty="0" smtClean="0"/>
              <a:t> 할 때</a:t>
            </a:r>
            <a:r>
              <a:rPr kumimoji="1" lang="ko-KR" altLang="en-US" baseline="0" dirty="0" smtClean="0"/>
              <a:t> 사용하는 함수인 </a:t>
            </a:r>
            <a:r>
              <a:rPr kumimoji="1" lang="en-US" altLang="ko-KR" baseline="0" dirty="0" err="1" smtClean="0"/>
              <a:t>PhotoCardDownLoad</a:t>
            </a:r>
            <a:r>
              <a:rPr kumimoji="1" lang="en-US" altLang="ko-KR" baseline="0" dirty="0" smtClean="0"/>
              <a:t> </a:t>
            </a:r>
            <a:r>
              <a:rPr kumimoji="1" lang="ko-KR" altLang="en-US" baseline="0" dirty="0" smtClean="0"/>
              <a:t>함수입니다</a:t>
            </a:r>
            <a:r>
              <a:rPr kumimoji="1" lang="en-US" altLang="ko-KR" baseline="0" dirty="0" smtClean="0"/>
              <a:t>.</a:t>
            </a:r>
          </a:p>
          <a:p>
            <a:r>
              <a:rPr kumimoji="1" lang="ko-KR" altLang="en-US" dirty="0" smtClean="0"/>
              <a:t>앞선 방법과 마찬가지로 데이터베이스에서 </a:t>
            </a:r>
            <a:r>
              <a:rPr kumimoji="1" lang="en-US" altLang="ko-KR" dirty="0" smtClean="0"/>
              <a:t>product</a:t>
            </a:r>
            <a:r>
              <a:rPr kumimoji="1" lang="en-US" altLang="ko-KR" baseline="0" dirty="0" smtClean="0"/>
              <a:t> code</a:t>
            </a:r>
            <a:r>
              <a:rPr kumimoji="1" lang="ko-KR" altLang="en-US" baseline="0" dirty="0" smtClean="0"/>
              <a:t>를 통해</a:t>
            </a:r>
            <a:r>
              <a:rPr kumimoji="1" lang="ko-KR" altLang="en-US" dirty="0" smtClean="0"/>
              <a:t> 해당 카드 테이블을 가져오고</a:t>
            </a:r>
            <a:r>
              <a:rPr kumimoji="1" lang="en-US" altLang="ko-KR" dirty="0" smtClean="0"/>
              <a:t>,</a:t>
            </a:r>
          </a:p>
          <a:p>
            <a:r>
              <a:rPr kumimoji="1" lang="en-US" altLang="ko-KR" dirty="0" err="1" smtClean="0"/>
              <a:t>Httpservletresponse</a:t>
            </a:r>
            <a:r>
              <a:rPr kumimoji="1" lang="ko-KR" altLang="en-US" baseline="0" dirty="0" smtClean="0"/>
              <a:t>객체를 통해</a:t>
            </a:r>
            <a:r>
              <a:rPr kumimoji="1" lang="en-US" altLang="ko-KR" dirty="0" smtClean="0"/>
              <a:t> </a:t>
            </a:r>
            <a:r>
              <a:rPr kumimoji="1" lang="ko-KR" altLang="en-US" dirty="0" smtClean="0"/>
              <a:t>사진을 로컬 다운로드 폴더에 다운로드 합니다</a:t>
            </a:r>
            <a:r>
              <a:rPr kumimoji="1" lang="en-US" altLang="ko-KR" dirty="0" smtClean="0"/>
              <a:t>.</a:t>
            </a:r>
          </a:p>
          <a:p>
            <a:endParaRPr kumimoji="1" lang="en-US" altLang="en-US" dirty="0" smtClean="0"/>
          </a:p>
          <a:p>
            <a:r>
              <a:rPr kumimoji="1" lang="en-US" altLang="ko-KR" dirty="0" smtClean="0"/>
              <a:t>※</a:t>
            </a:r>
            <a:r>
              <a:rPr kumimoji="1" lang="en-US" altLang="ko-KR" dirty="0" err="1" smtClean="0"/>
              <a:t>Httpservletresponse</a:t>
            </a:r>
            <a:r>
              <a:rPr kumimoji="1" lang="ko-KR" altLang="en-US" baseline="0" dirty="0" smtClean="0"/>
              <a:t>객체 </a:t>
            </a:r>
            <a:r>
              <a:rPr kumimoji="1" lang="en-US" altLang="ko-KR" baseline="0" dirty="0" smtClean="0"/>
              <a:t>– </a:t>
            </a:r>
            <a:r>
              <a:rPr kumimoji="1" lang="ko-KR" altLang="en-US" baseline="0" dirty="0" smtClean="0"/>
              <a:t>사용자가 </a:t>
            </a:r>
            <a:r>
              <a:rPr kumimoji="1" lang="ko-KR" altLang="en-US" baseline="0" dirty="0" err="1" smtClean="0"/>
              <a:t>서버쪽으로</a:t>
            </a:r>
            <a:r>
              <a:rPr kumimoji="1" lang="ko-KR" altLang="en-US" baseline="0" dirty="0" smtClean="0"/>
              <a:t> 데이터 </a:t>
            </a:r>
            <a:r>
              <a:rPr kumimoji="1" lang="ko-KR" altLang="en-US" baseline="0" dirty="0" err="1" smtClean="0"/>
              <a:t>요청시</a:t>
            </a:r>
            <a:r>
              <a:rPr kumimoji="1" lang="ko-KR" altLang="en-US" baseline="0" dirty="0" smtClean="0"/>
              <a:t> 요청에 대한 기능과 속성들을 가지고 있는 객체</a:t>
            </a:r>
            <a:r>
              <a:rPr kumimoji="1" lang="en-US" altLang="ko-KR" baseline="0" dirty="0" smtClean="0"/>
              <a:t>,</a:t>
            </a:r>
          </a:p>
          <a:p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HttpServletResponse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서블릿에서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사용되는 인터페이스로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Java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코드에서 클라이언트에게 응답을 보낼 때 사용</a:t>
            </a:r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JSP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자동으로 생성되는 내장객체로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JSP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페이지에서 클라이언트에게 응답을 보내기 위해 사용</a:t>
            </a:r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9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172890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다음으로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상세 페이지에서 게시물을 삭제하는 기능을 하는 함수 </a:t>
            </a:r>
            <a:r>
              <a:rPr lang="en-US" altLang="ko-KR" dirty="0" err="1" smtClean="0"/>
              <a:t>PhotoDelete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그냥 단순한 </a:t>
            </a:r>
            <a:r>
              <a:rPr lang="en-US" altLang="ko-KR" dirty="0" err="1" smtClean="0"/>
              <a:t>sql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쿼리문을</a:t>
            </a:r>
            <a:r>
              <a:rPr lang="ko-KR" altLang="en-US" dirty="0" smtClean="0"/>
              <a:t> 통해 데이터베이스에 접근하여 해당 테이블을 삭제합니다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마찬가지로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product code</a:t>
            </a:r>
            <a:r>
              <a:rPr lang="ko-KR" altLang="en-US" baseline="0" dirty="0" smtClean="0"/>
              <a:t>를 통해 삭제할 사진 테이블에 접근합니다</a:t>
            </a:r>
            <a:r>
              <a:rPr lang="en-US" altLang="ko-KR" baseline="0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이 때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jsp</a:t>
            </a:r>
            <a:r>
              <a:rPr lang="ko-KR" altLang="en-US" dirty="0" smtClean="0"/>
              <a:t>코드 상에서 로그인 시 아이디를 세션에 저장하는 기능을 구현하였고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해당 이미지를 등록할 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사용자의 아이디가 </a:t>
            </a:r>
            <a:r>
              <a:rPr lang="en-US" altLang="ko-KR" dirty="0" err="1" smtClean="0"/>
              <a:t>db</a:t>
            </a:r>
            <a:r>
              <a:rPr lang="ko-KR" altLang="en-US" dirty="0" smtClean="0"/>
              <a:t>에 등록됩니다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이때 삭제하려고 하는 사용자</a:t>
            </a:r>
            <a:r>
              <a:rPr lang="ko-KR" altLang="en-US" baseline="0" dirty="0" smtClean="0"/>
              <a:t>의 세션에 있는 </a:t>
            </a:r>
            <a:r>
              <a:rPr lang="ko-KR" altLang="en-US" dirty="0" smtClean="0"/>
              <a:t>아이디가 해당 사진을 등록한 아이디와 일치해야만 삭제할 수 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10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7235093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smtClean="0"/>
              <a:t>데이터베이스 코드 마지막으로</a:t>
            </a:r>
            <a:r>
              <a:rPr kumimoji="1" lang="en-US" altLang="ko-KR" dirty="0" smtClean="0"/>
              <a:t>, </a:t>
            </a:r>
            <a:r>
              <a:rPr kumimoji="1" lang="ko-KR" altLang="en-US" dirty="0" smtClean="0"/>
              <a:t>게시물을 등록하는 함수인 </a:t>
            </a:r>
            <a:r>
              <a:rPr kumimoji="1" lang="en-US" altLang="ko-KR" dirty="0" err="1" smtClean="0"/>
              <a:t>productRegister</a:t>
            </a:r>
            <a:r>
              <a:rPr kumimoji="1" lang="ko-KR" altLang="en-US" dirty="0" smtClean="0"/>
              <a:t>입니다</a:t>
            </a:r>
            <a:r>
              <a:rPr kumimoji="1" lang="en-US" altLang="ko-KR" dirty="0" smtClean="0"/>
              <a:t>.</a:t>
            </a:r>
          </a:p>
          <a:p>
            <a:r>
              <a:rPr kumimoji="1" lang="ko-KR" altLang="en-US" dirty="0" smtClean="0"/>
              <a:t>단순하게 그냥 </a:t>
            </a:r>
            <a:r>
              <a:rPr kumimoji="1" lang="en-US" altLang="ko-KR" dirty="0" smtClean="0"/>
              <a:t>insert </a:t>
            </a:r>
            <a:r>
              <a:rPr kumimoji="1" lang="en-US" altLang="ko-KR" dirty="0" err="1" smtClean="0"/>
              <a:t>sql</a:t>
            </a:r>
            <a:r>
              <a:rPr kumimoji="1" lang="ko-KR" altLang="en-US" dirty="0" smtClean="0"/>
              <a:t>문을 실행하는 함수라고 생각하시면 될 것 같습니다</a:t>
            </a:r>
            <a:r>
              <a:rPr kumimoji="1" lang="en-US" altLang="ko-KR" dirty="0" smtClean="0"/>
              <a:t>.</a:t>
            </a:r>
          </a:p>
          <a:p>
            <a:r>
              <a:rPr kumimoji="1" lang="ko-KR" altLang="en-US" dirty="0" smtClean="0"/>
              <a:t>사용자가 등록 페이지에서 입력한 정보들을 데이터베이스에 저장합니다</a:t>
            </a:r>
            <a:r>
              <a:rPr kumimoji="1" lang="en-US" altLang="ko-KR" dirty="0" smtClean="0"/>
              <a:t>.</a:t>
            </a:r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11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435221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이제 실제 동작과 함께 </a:t>
            </a:r>
            <a:r>
              <a:rPr lang="ko-KR" altLang="en-US" dirty="0" smtClean="0"/>
              <a:t>우선 회원가입 페이지부터</a:t>
            </a:r>
            <a:r>
              <a:rPr lang="en-US" altLang="ko-KR" baseline="0" dirty="0" smtClean="0"/>
              <a:t> </a:t>
            </a:r>
            <a:r>
              <a:rPr lang="ko-KR" altLang="en-US" dirty="0" err="1" smtClean="0"/>
              <a:t>웹페이지</a:t>
            </a:r>
            <a:r>
              <a:rPr lang="ko-KR" altLang="en-US" dirty="0" smtClean="0"/>
              <a:t> 코드를 간단히 </a:t>
            </a:r>
            <a:r>
              <a:rPr lang="ko-KR" altLang="en-US" dirty="0" err="1" smtClean="0"/>
              <a:t>설명드리겠습니다</a:t>
            </a:r>
            <a:endParaRPr lang="en-US" altLang="ko-KR" dirty="0" smtClean="0"/>
          </a:p>
          <a:p>
            <a:r>
              <a:rPr lang="ko-KR" altLang="en-US" dirty="0" smtClean="0"/>
              <a:t>폼 태그를 사용합니다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input </a:t>
            </a:r>
            <a:r>
              <a:rPr lang="ko-KR" altLang="en-US" dirty="0" smtClean="0"/>
              <a:t>태그를 통해 프로세스 페이지로 사용자의 입력을 보냅니다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프로세스 페이지에서는 입력의 유효성을 검사합니다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둘다</a:t>
            </a:r>
            <a:r>
              <a:rPr lang="ko-KR" altLang="en-US" dirty="0" smtClean="0"/>
              <a:t> 비워둔 경우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비밀번호 조건에 맞지 않는 경우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이미 데이터베이스에 동일 아이디가 존재하는 경우 경고 메시지를 띄우고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다시 회원가입 페이지로 이동합니다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그 외의 경우에는 자동으로 </a:t>
            </a:r>
            <a:r>
              <a:rPr lang="ko-KR" altLang="en-US" baseline="0" dirty="0" err="1" smtClean="0"/>
              <a:t>로그인되어</a:t>
            </a:r>
            <a:r>
              <a:rPr lang="ko-KR" altLang="en-US" baseline="0" dirty="0" smtClean="0"/>
              <a:t> 세션에 사용자아이디를 저장하고 메인 페이지로 이동하도록 하였습니다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12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5149379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이어서 로그인 페이지입니다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마찬가지로 </a:t>
            </a:r>
            <a:r>
              <a:rPr lang="ko-KR" altLang="en-US" dirty="0" err="1" smtClean="0"/>
              <a:t>폼태그를</a:t>
            </a:r>
            <a:r>
              <a:rPr lang="ko-KR" altLang="en-US" dirty="0" smtClean="0"/>
              <a:t> 통해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태그를 사용하여 사용자 입력을 프로세스 페이지로 보냅니다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비밀번호가 정규 </a:t>
            </a:r>
            <a:r>
              <a:rPr lang="ko-KR" altLang="en-US" dirty="0" err="1" smtClean="0"/>
              <a:t>표현식에</a:t>
            </a:r>
            <a:r>
              <a:rPr lang="ko-KR" altLang="en-US" dirty="0" smtClean="0"/>
              <a:t> 맞지 않는다면  동일하게 경고를 띄우고 돌려보내며</a:t>
            </a:r>
            <a:endParaRPr lang="en-US" altLang="ko-KR" dirty="0" smtClean="0"/>
          </a:p>
          <a:p>
            <a:r>
              <a:rPr lang="en-US" altLang="ko-KR" dirty="0" smtClean="0"/>
              <a:t>Login</a:t>
            </a:r>
            <a:r>
              <a:rPr lang="ko-KR" altLang="en-US" dirty="0" smtClean="0"/>
              <a:t>함수를 사용해 데이터베이스를 참조하여 로그인 결과를 얻어오고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로그인에</a:t>
            </a:r>
            <a:r>
              <a:rPr lang="ko-KR" altLang="en-US" dirty="0" smtClean="0"/>
              <a:t> 실패했을 경우 </a:t>
            </a:r>
            <a:r>
              <a:rPr lang="ko-KR" altLang="en-US" dirty="0" err="1" smtClean="0"/>
              <a:t>되돌려보냅니다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로그인에</a:t>
            </a:r>
            <a:r>
              <a:rPr lang="ko-KR" altLang="en-US" dirty="0" smtClean="0"/>
              <a:t> 성공했다면 </a:t>
            </a:r>
            <a:r>
              <a:rPr lang="ko-KR" altLang="en-US" dirty="0" smtClean="0"/>
              <a:t>세션에 </a:t>
            </a:r>
            <a:r>
              <a:rPr lang="ko-KR" altLang="en-US" dirty="0" smtClean="0"/>
              <a:t>해당 아이디를 저장하고 메인 페이지로 이동합니다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13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256916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메인 페이지 코드 중에서 상세 페이지로 이동할 때의 코드입니다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사진 객체 이미지를 가져와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인코더로 읽어서 이미지를 띄웁니다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또한 </a:t>
            </a:r>
            <a:r>
              <a:rPr lang="ko-KR" altLang="en-US" dirty="0" err="1" smtClean="0"/>
              <a:t>클릭할시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상세 페이지에 클릭한 사진 객체의 </a:t>
            </a:r>
            <a:r>
              <a:rPr lang="en-US" altLang="ko-KR" dirty="0" smtClean="0"/>
              <a:t>product</a:t>
            </a:r>
            <a:r>
              <a:rPr lang="en-US" altLang="ko-KR" baseline="0" dirty="0" smtClean="0"/>
              <a:t> code</a:t>
            </a:r>
            <a:r>
              <a:rPr lang="ko-KR" altLang="en-US" dirty="0" smtClean="0"/>
              <a:t>를 전달하며 해당 사진 상세 페이지로 이동합니다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상세 페이지는 코드를 통해 넘겨받은 상품을 알 수 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추가적으로</a:t>
            </a:r>
            <a:r>
              <a:rPr lang="ko-KR" altLang="en-US" baseline="0" dirty="0" smtClean="0"/>
              <a:t> 앞서 </a:t>
            </a:r>
            <a:r>
              <a:rPr lang="ko-KR" altLang="en-US" baseline="0" dirty="0" err="1" smtClean="0"/>
              <a:t>설명드린</a:t>
            </a:r>
            <a:r>
              <a:rPr lang="ko-KR" altLang="en-US" baseline="0" dirty="0" smtClean="0"/>
              <a:t> 메인 페이지의 사진들을 불러오는 </a:t>
            </a:r>
            <a:r>
              <a:rPr kumimoji="1" lang="en-US" altLang="ko-KR" dirty="0" err="1" smtClean="0"/>
              <a:t>PhotoList</a:t>
            </a:r>
            <a:r>
              <a:rPr kumimoji="1" lang="ko-KR" altLang="en-US" dirty="0" smtClean="0"/>
              <a:t>함수를 사용하여 </a:t>
            </a:r>
            <a:r>
              <a:rPr kumimoji="1" lang="ko-KR" altLang="en-US" dirty="0" err="1" smtClean="0"/>
              <a:t>최신순</a:t>
            </a:r>
            <a:r>
              <a:rPr kumimoji="1" lang="en-US" altLang="ko-KR" dirty="0" smtClean="0"/>
              <a:t>, </a:t>
            </a:r>
            <a:r>
              <a:rPr kumimoji="1" lang="ko-KR" altLang="en-US" dirty="0" smtClean="0"/>
              <a:t>인기순 버튼</a:t>
            </a:r>
            <a:r>
              <a:rPr kumimoji="1" lang="ko-KR" altLang="en-US" baseline="0" dirty="0" smtClean="0"/>
              <a:t> 누를 때마다 </a:t>
            </a:r>
            <a:r>
              <a:rPr kumimoji="1" lang="en-US" altLang="ko-KR" dirty="0" err="1" smtClean="0"/>
              <a:t>orderType</a:t>
            </a:r>
            <a:r>
              <a:rPr kumimoji="1" lang="ko-KR" altLang="en-US" dirty="0" smtClean="0"/>
              <a:t>인자가 새롭게 전달되어 정렬 방식이 변경되는걸 확인하실</a:t>
            </a:r>
            <a:r>
              <a:rPr kumimoji="1" lang="ko-KR" altLang="en-US" baseline="0" dirty="0" smtClean="0"/>
              <a:t> 수 있습니다</a:t>
            </a:r>
            <a:r>
              <a:rPr kumimoji="1"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14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308287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사진을 등록하는 페이지의 </a:t>
            </a:r>
            <a:r>
              <a:rPr lang="en-US" altLang="ko-KR" dirty="0" err="1" smtClean="0"/>
              <a:t>jsp</a:t>
            </a:r>
            <a:r>
              <a:rPr lang="ko-KR" altLang="en-US" dirty="0" smtClean="0"/>
              <a:t>코드 부분입니다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사진에 대한 정보와 사진을 등록하는 역할을 하며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프로세스 페이지는 사용자가 </a:t>
            </a:r>
            <a:r>
              <a:rPr lang="ko-KR" altLang="en-US" dirty="0" err="1" smtClean="0"/>
              <a:t>업로드할</a:t>
            </a:r>
            <a:r>
              <a:rPr lang="ko-KR" altLang="en-US" dirty="0" smtClean="0"/>
              <a:t> 사진의 정보를 </a:t>
            </a:r>
            <a:r>
              <a:rPr lang="en-US" altLang="ko-KR" dirty="0" err="1" smtClean="0"/>
              <a:t>MultipartRequest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클래스를 통해서 가져옵니다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정보를 담을 객체를 생성하고 객체에 </a:t>
            </a:r>
            <a:r>
              <a:rPr lang="en-US" altLang="ko-KR" baseline="0" dirty="0" err="1" smtClean="0"/>
              <a:t>product_code</a:t>
            </a:r>
            <a:r>
              <a:rPr lang="en-US" altLang="ko-KR" baseline="0" dirty="0" smtClean="0"/>
              <a:t>, session</a:t>
            </a:r>
            <a:r>
              <a:rPr lang="ko-KR" altLang="en-US" baseline="0" dirty="0" smtClean="0"/>
              <a:t>에서 얻은 유저 </a:t>
            </a:r>
            <a:r>
              <a:rPr lang="en-US" altLang="ko-KR" baseline="0" dirty="0" smtClean="0"/>
              <a:t>ID</a:t>
            </a:r>
            <a:r>
              <a:rPr lang="ko-KR" altLang="en-US" baseline="0" dirty="0" smtClean="0"/>
              <a:t>등의 데이터들을 저장합니다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이후 앞에 </a:t>
            </a:r>
            <a:r>
              <a:rPr lang="ko-KR" altLang="en-US" baseline="0" dirty="0" err="1" smtClean="0"/>
              <a:t>설명드린</a:t>
            </a:r>
            <a:r>
              <a:rPr lang="ko-KR" altLang="en-US" baseline="0" dirty="0" smtClean="0"/>
              <a:t> </a:t>
            </a:r>
            <a:r>
              <a:rPr lang="en-US" altLang="ko-KR" baseline="0" dirty="0" err="1" smtClean="0"/>
              <a:t>productRegister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함수를 통해서 해당 사진 객체를 데이터베이스에 추가할 수 있습니다</a:t>
            </a:r>
            <a:r>
              <a:rPr lang="en-US" altLang="ko-KR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15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902406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마지막으로 상세 페이지 </a:t>
            </a:r>
            <a:r>
              <a:rPr lang="en-US" altLang="ko-KR" dirty="0" err="1" smtClean="0"/>
              <a:t>jsp</a:t>
            </a:r>
            <a:r>
              <a:rPr lang="ko-KR" altLang="en-US" dirty="0" smtClean="0"/>
              <a:t>코드입니다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메인 페이지에서 가져온 요청 </a:t>
            </a:r>
            <a:r>
              <a:rPr lang="ko-KR" altLang="en-US" dirty="0" err="1" smtClean="0"/>
              <a:t>파라미터를</a:t>
            </a:r>
            <a:r>
              <a:rPr lang="ko-KR" altLang="en-US" dirty="0" smtClean="0"/>
              <a:t> 인자로 하여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en-US" altLang="ko-KR" baseline="0" dirty="0" err="1" smtClean="0"/>
              <a:t>PhotoCard</a:t>
            </a:r>
            <a:r>
              <a:rPr lang="ko-KR" altLang="en-US" baseline="0" dirty="0" smtClean="0"/>
              <a:t>함수</a:t>
            </a:r>
            <a:r>
              <a:rPr lang="ko-KR" altLang="en-US" dirty="0" smtClean="0"/>
              <a:t>를 사용해 해당 </a:t>
            </a:r>
            <a:r>
              <a:rPr lang="en-US" altLang="ko-KR" dirty="0" err="1" smtClean="0"/>
              <a:t>product_code</a:t>
            </a:r>
            <a:r>
              <a:rPr lang="ko-KR" altLang="en-US" dirty="0" smtClean="0"/>
              <a:t>를 가지는 사진 객체를 가져옵니다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이후엔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해당 사진의 상세 정보를 보여줍니다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dirty="0" smtClean="0"/>
              <a:t>이 페이지에서 사진을 다운로드 하거나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삭제할 수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앞서 </a:t>
            </a:r>
            <a:r>
              <a:rPr lang="ko-KR" altLang="en-US" dirty="0" err="1" smtClean="0"/>
              <a:t>말씀드렸듯</a:t>
            </a:r>
            <a:r>
              <a:rPr lang="ko-KR" altLang="en-US" dirty="0" smtClean="0"/>
              <a:t> 삭제는 세션에 저장된 사용자 </a:t>
            </a:r>
            <a:r>
              <a:rPr lang="en-US" altLang="ko-KR" dirty="0" smtClean="0"/>
              <a:t>id</a:t>
            </a:r>
            <a:r>
              <a:rPr lang="ko-KR" altLang="en-US" dirty="0" smtClean="0"/>
              <a:t>가 사진</a:t>
            </a:r>
            <a:r>
              <a:rPr lang="ko-KR" altLang="en-US" baseline="0" dirty="0" smtClean="0"/>
              <a:t> 정보에 담긴 </a:t>
            </a:r>
            <a:r>
              <a:rPr lang="en-US" altLang="ko-KR" baseline="0" dirty="0" smtClean="0"/>
              <a:t>id</a:t>
            </a:r>
            <a:r>
              <a:rPr lang="ko-KR" altLang="en-US" baseline="0" dirty="0" smtClean="0"/>
              <a:t>와 일치할 경우에만 삭제할 수 있도록 하였습니다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질문 있으시면 해주시면 감사하겠습니다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이것으로 발표를 마치겠습니다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들어주셔서 감사합니다</a:t>
            </a:r>
            <a:r>
              <a:rPr lang="en-US" altLang="ko-KR" baseline="0" dirty="0" smtClean="0"/>
              <a:t>.</a:t>
            </a:r>
            <a:endParaRPr lang="en-US" altLang="ko-KR" baseline="0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02DEBE-978E-B249-84CC-A8E630270EFA}" type="slidenum">
              <a:rPr kumimoji="1" lang="x-none" altLang="en-US" smtClean="0"/>
              <a:t>16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758707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2A08DD9-5654-6397-DBBA-AD378B8892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x-none" dirty="0"/>
              <a:t>DREAMGALLARY</a:t>
            </a:r>
            <a:endParaRPr kumimoji="1" lang="x-none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0D377C0F-EB69-1E7E-75F1-E42D66915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ko-KR" altLang="en-US" dirty="0" err="1"/>
              <a:t>팀명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ko-KR" altLang="en-US" dirty="0" err="1" smtClean="0"/>
              <a:t>웹프</a:t>
            </a:r>
            <a:r>
              <a:rPr kumimoji="1" lang="ko-KR" altLang="en-US" dirty="0" smtClean="0"/>
              <a:t> </a:t>
            </a:r>
            <a:r>
              <a:rPr kumimoji="1" lang="ko-KR" altLang="en-US" dirty="0" err="1" smtClean="0"/>
              <a:t>걸뱅이</a:t>
            </a:r>
            <a:endParaRPr kumimoji="1" lang="en-US" altLang="ko-KR" dirty="0"/>
          </a:p>
          <a:p>
            <a:r>
              <a:rPr kumimoji="1" lang="ko-KR" altLang="en-US" dirty="0"/>
              <a:t>김동연</a:t>
            </a:r>
            <a:r>
              <a:rPr kumimoji="1" lang="en-US" altLang="ko-KR" dirty="0"/>
              <a:t>, </a:t>
            </a:r>
            <a:r>
              <a:rPr kumimoji="1" lang="ko-KR" altLang="en-US" dirty="0" err="1"/>
              <a:t>김의수</a:t>
            </a:r>
            <a:r>
              <a:rPr kumimoji="1" lang="en-US" altLang="ko-KR" dirty="0"/>
              <a:t>,</a:t>
            </a:r>
            <a:r>
              <a:rPr kumimoji="1" lang="ko-KR" altLang="en-US" dirty="0"/>
              <a:t> 박인수</a:t>
            </a:r>
            <a:r>
              <a:rPr kumimoji="1" lang="en-US" altLang="ko-KR" dirty="0"/>
              <a:t>,</a:t>
            </a:r>
            <a:r>
              <a:rPr kumimoji="1" lang="ko-KR" altLang="en-US" dirty="0"/>
              <a:t> 장진호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4052887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83"/>
    </mc:Choice>
    <mc:Fallback>
      <p:transition spd="slow" advTm="88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D5BE5D0-59E9-BB32-9F99-D592446A7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목차</a:t>
            </a:r>
            <a:endParaRPr kumimoji="1" lang="x-none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90F587C-2EB6-1358-8CD1-6ED975267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kumimoji="1" lang="ko-KR" altLang="en-US" dirty="0"/>
              <a:t>역할분배</a:t>
            </a:r>
            <a:endParaRPr kumimoji="1" lang="en-US" altLang="ko-KR" dirty="0"/>
          </a:p>
          <a:p>
            <a:pPr marL="457200" indent="-457200">
              <a:buAutoNum type="arabicPeriod"/>
            </a:pPr>
            <a:r>
              <a:rPr kumimoji="1" lang="en-US" altLang="ko-KR" dirty="0"/>
              <a:t>DB </a:t>
            </a:r>
            <a:r>
              <a:rPr kumimoji="1" lang="ko-KR" altLang="en-US" dirty="0" err="1"/>
              <a:t>쿼리문</a:t>
            </a:r>
            <a:r>
              <a:rPr kumimoji="1" lang="ko-KR" altLang="en-US" dirty="0"/>
              <a:t> 리뷰</a:t>
            </a:r>
            <a:endParaRPr kumimoji="1" lang="en-US" altLang="ko-KR" dirty="0"/>
          </a:p>
          <a:p>
            <a:pPr marL="457200" indent="-457200">
              <a:buAutoNum type="arabicPeriod"/>
            </a:pPr>
            <a:r>
              <a:rPr kumimoji="1" lang="ko-KR" altLang="en-US" dirty="0"/>
              <a:t>웹페이지 동작 시연</a:t>
            </a:r>
            <a:endParaRPr kumimoji="1" lang="en-US" altLang="ko-KR" dirty="0"/>
          </a:p>
          <a:p>
            <a:pPr marL="457200" indent="-457200">
              <a:buAutoNum type="arabicPeriod"/>
            </a:pP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310635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2EC764C-257F-8A5A-FB9A-3C0B444B0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역할 분배</a:t>
            </a:r>
            <a:endParaRPr kumimoji="1" lang="x-none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1625C2B-C6CB-DDBC-D5F1-CE152352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x-none" altLang="en-US" dirty="0"/>
              <a:t>김동연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메인 페이지</a:t>
            </a:r>
            <a:r>
              <a:rPr kumimoji="1" lang="en-US" altLang="ko-KR" dirty="0"/>
              <a:t>,</a:t>
            </a:r>
            <a:r>
              <a:rPr kumimoji="1" lang="ko-KR" altLang="en-US" dirty="0"/>
              <a:t> 발표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사진 제공</a:t>
            </a:r>
            <a:endParaRPr kumimoji="1" lang="en-US" altLang="ko-KR" dirty="0"/>
          </a:p>
          <a:p>
            <a:r>
              <a:rPr kumimoji="1" lang="ko-KR" altLang="en-US" dirty="0" err="1"/>
              <a:t>김의수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사진 등록 페이지</a:t>
            </a:r>
            <a:r>
              <a:rPr kumimoji="1" lang="en-US" altLang="ko-KR" dirty="0"/>
              <a:t>,</a:t>
            </a:r>
            <a:r>
              <a:rPr kumimoji="1" lang="ko-KR" altLang="en-US" dirty="0"/>
              <a:t>  </a:t>
            </a:r>
            <a:r>
              <a:rPr kumimoji="1" lang="en-US" altLang="ko-KR" dirty="0"/>
              <a:t>DB,</a:t>
            </a:r>
            <a:r>
              <a:rPr kumimoji="1" lang="ko-KR" altLang="en-US" dirty="0"/>
              <a:t> 게시물 삭제 기능</a:t>
            </a:r>
            <a:endParaRPr kumimoji="1" lang="en-US" altLang="ko-KR" dirty="0"/>
          </a:p>
          <a:p>
            <a:r>
              <a:rPr kumimoji="1" lang="ko-KR" altLang="en-US" dirty="0"/>
              <a:t>박인수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로그인</a:t>
            </a:r>
            <a:r>
              <a:rPr kumimoji="1" lang="en-US" altLang="ko-KR" dirty="0"/>
              <a:t>,</a:t>
            </a:r>
            <a:r>
              <a:rPr kumimoji="1" lang="ko-KR" altLang="en-US" dirty="0"/>
              <a:t> 회원가입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DB</a:t>
            </a:r>
          </a:p>
          <a:p>
            <a:r>
              <a:rPr kumimoji="1" lang="ko-KR" altLang="en-US" dirty="0"/>
              <a:t>장진호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상세 페이지</a:t>
            </a:r>
            <a:r>
              <a:rPr kumimoji="1" lang="en-US" altLang="ko-KR" dirty="0"/>
              <a:t>,</a:t>
            </a:r>
            <a:r>
              <a:rPr kumimoji="1" lang="ko-KR" altLang="en-US" dirty="0"/>
              <a:t> 사진 다운로드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PPT </a:t>
            </a:r>
            <a:r>
              <a:rPr kumimoji="1" lang="ko-KR" altLang="en-US" dirty="0"/>
              <a:t>제작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313349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64422FF-F9B2-AF43-B73D-A2D207A9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DB </a:t>
            </a:r>
            <a:r>
              <a:rPr kumimoji="1" lang="ko-KR" altLang="en-US" dirty="0" err="1"/>
              <a:t>쿼리문</a:t>
            </a:r>
            <a:r>
              <a:rPr kumimoji="1" lang="ko-KR" altLang="en-US" dirty="0"/>
              <a:t> 리뷰</a:t>
            </a:r>
            <a:r>
              <a:rPr kumimoji="1" lang="en-US" altLang="ko-KR" dirty="0"/>
              <a:t> – </a:t>
            </a:r>
            <a:r>
              <a:rPr kumimoji="1" lang="ko-KR" altLang="en-US" dirty="0"/>
              <a:t>생성자</a:t>
            </a:r>
            <a:endParaRPr kumimoji="1" lang="x-none" altLang="en-US" dirty="0"/>
          </a:p>
        </p:txBody>
      </p:sp>
      <p:pic>
        <p:nvPicPr>
          <p:cNvPr id="5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A20DEFA6-6EB8-2168-374A-DD9AF79E2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1579" y="1990829"/>
            <a:ext cx="6438900" cy="3314700"/>
          </a:xfrm>
        </p:spPr>
      </p:pic>
    </p:spTree>
    <p:extLst>
      <p:ext uri="{BB962C8B-B14F-4D97-AF65-F5344CB8AC3E}">
        <p14:creationId xmlns:p14="http://schemas.microsoft.com/office/powerpoint/2010/main" val="283472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2EC46E6-A779-E6BC-0990-EAEEC0B73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DB </a:t>
            </a:r>
            <a:r>
              <a:rPr kumimoji="1" lang="ko-KR" altLang="en-US" dirty="0" err="1"/>
              <a:t>쿼리문</a:t>
            </a:r>
            <a:r>
              <a:rPr kumimoji="1" lang="ko-KR" altLang="en-US" dirty="0"/>
              <a:t> 리뷰</a:t>
            </a:r>
            <a:r>
              <a:rPr kumimoji="1" lang="en-US" altLang="ko-KR" dirty="0"/>
              <a:t> –</a:t>
            </a:r>
            <a:r>
              <a:rPr kumimoji="1" lang="ko-KR" altLang="en-US" dirty="0"/>
              <a:t> 로그인</a:t>
            </a:r>
            <a:endParaRPr kumimoji="1" lang="x-none" altLang="en-US" dirty="0"/>
          </a:p>
        </p:txBody>
      </p:sp>
      <p:pic>
        <p:nvPicPr>
          <p:cNvPr id="5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78FB1AA7-3DB7-C15D-390A-343B7D97B9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1579" y="2069133"/>
            <a:ext cx="4280876" cy="3449638"/>
          </a:xfrm>
        </p:spPr>
      </p:pic>
    </p:spTree>
    <p:extLst>
      <p:ext uri="{BB962C8B-B14F-4D97-AF65-F5344CB8AC3E}">
        <p14:creationId xmlns:p14="http://schemas.microsoft.com/office/powerpoint/2010/main" val="617366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C460D17-FAE4-5181-80C0-7D4E79D8D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DB </a:t>
            </a:r>
            <a:r>
              <a:rPr kumimoji="1" lang="ko-KR" altLang="en-US" dirty="0" err="1"/>
              <a:t>쿼리문</a:t>
            </a:r>
            <a:r>
              <a:rPr kumimoji="1" lang="ko-KR" altLang="en-US" dirty="0"/>
              <a:t> 리뷰</a:t>
            </a:r>
            <a:r>
              <a:rPr kumimoji="1" lang="en-US" altLang="ko-KR" dirty="0"/>
              <a:t> – </a:t>
            </a:r>
            <a:r>
              <a:rPr kumimoji="1" lang="ko-KR" altLang="en-US" dirty="0"/>
              <a:t>회원가입</a:t>
            </a:r>
            <a:endParaRPr kumimoji="1" lang="x-none" altLang="en-US" dirty="0"/>
          </a:p>
        </p:txBody>
      </p:sp>
      <p:pic>
        <p:nvPicPr>
          <p:cNvPr id="5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8765D684-6EAD-EA82-D61D-B435B148CB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1579" y="2062887"/>
            <a:ext cx="5143500" cy="3276600"/>
          </a:xfrm>
        </p:spPr>
      </p:pic>
    </p:spTree>
    <p:extLst>
      <p:ext uri="{BB962C8B-B14F-4D97-AF65-F5344CB8AC3E}">
        <p14:creationId xmlns:p14="http://schemas.microsoft.com/office/powerpoint/2010/main" val="268456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B66C0EA-9AF0-CB3F-ADDB-9FDE8B639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DB </a:t>
            </a:r>
            <a:r>
              <a:rPr kumimoji="1" lang="ko-KR" altLang="en-US" dirty="0" err="1"/>
              <a:t>쿼리문</a:t>
            </a:r>
            <a:r>
              <a:rPr kumimoji="1" lang="ko-KR" altLang="en-US" dirty="0"/>
              <a:t> 리뷰</a:t>
            </a:r>
            <a:r>
              <a:rPr kumimoji="1" lang="en-US" altLang="ko-KR" dirty="0"/>
              <a:t> – </a:t>
            </a:r>
            <a:r>
              <a:rPr kumimoji="1" lang="ko-KR" altLang="en-US" dirty="0" err="1"/>
              <a:t>메인페이지</a:t>
            </a:r>
            <a:r>
              <a:rPr kumimoji="1" lang="ko-KR" altLang="en-US" dirty="0"/>
              <a:t> 정보 불러오기</a:t>
            </a:r>
            <a:endParaRPr kumimoji="1" lang="x-none" altLang="en-US" dirty="0"/>
          </a:p>
        </p:txBody>
      </p:sp>
      <p:pic>
        <p:nvPicPr>
          <p:cNvPr id="9" name="내용 개체 틀 8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AC26B430-98DD-43E1-42F3-655032330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3953" y="2329103"/>
            <a:ext cx="5125013" cy="2675144"/>
          </a:xfrm>
        </p:spPr>
      </p:pic>
      <p:pic>
        <p:nvPicPr>
          <p:cNvPr id="11" name="그림 10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080A8418-FFF4-7254-716A-FF2C8D577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791" y="2329102"/>
            <a:ext cx="4960530" cy="267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51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951CD84-930B-1F42-8A32-943A9BC3C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DB </a:t>
            </a:r>
            <a:r>
              <a:rPr kumimoji="1" lang="ko-KR" altLang="en-US" dirty="0" err="1"/>
              <a:t>쿼리문</a:t>
            </a:r>
            <a:r>
              <a:rPr kumimoji="1" lang="ko-KR" altLang="en-US" dirty="0"/>
              <a:t> 리뷰</a:t>
            </a:r>
            <a:r>
              <a:rPr kumimoji="1" lang="en-US" altLang="ko-KR" dirty="0"/>
              <a:t> – </a:t>
            </a:r>
            <a:r>
              <a:rPr kumimoji="1" lang="ko-KR" altLang="en-US" dirty="0"/>
              <a:t>상세페이지 정보 불러오기</a:t>
            </a:r>
            <a:endParaRPr kumimoji="1" lang="x-none" altLang="en-US" dirty="0"/>
          </a:p>
        </p:txBody>
      </p:sp>
      <p:pic>
        <p:nvPicPr>
          <p:cNvPr id="5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E4771F8B-D02E-DD77-AD82-EA3244976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5974" y="2373933"/>
            <a:ext cx="5068236" cy="2553763"/>
          </a:xfrm>
        </p:spPr>
      </p:pic>
      <p:pic>
        <p:nvPicPr>
          <p:cNvPr id="7" name="그림 6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xmlns="" id="{CB6448BE-943B-CBCA-0C41-4C518AAC9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976" y="2692390"/>
            <a:ext cx="5811078" cy="191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7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1B1732E-12C3-77D5-5D3E-7F84D444C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DB </a:t>
            </a:r>
            <a:r>
              <a:rPr kumimoji="1" lang="ko-KR" altLang="en-US" dirty="0" err="1"/>
              <a:t>쿼리문</a:t>
            </a:r>
            <a:r>
              <a:rPr kumimoji="1" lang="ko-KR" altLang="en-US" dirty="0"/>
              <a:t> 리뷰</a:t>
            </a:r>
            <a:r>
              <a:rPr kumimoji="1" lang="en-US" altLang="ko-KR" dirty="0"/>
              <a:t> – </a:t>
            </a:r>
            <a:r>
              <a:rPr kumimoji="1" lang="ko-KR" altLang="en-US" dirty="0"/>
              <a:t>이미지 다운로드</a:t>
            </a:r>
            <a:endParaRPr kumimoji="1" lang="x-none" altLang="en-US" dirty="0"/>
          </a:p>
        </p:txBody>
      </p:sp>
      <p:pic>
        <p:nvPicPr>
          <p:cNvPr id="5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0759328E-7C2E-04D8-7C7B-09FCEDD69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72825" y="2095638"/>
            <a:ext cx="5944768" cy="2396849"/>
          </a:xfrm>
        </p:spPr>
      </p:pic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0F5DBA97-5159-B726-CD04-9DC2F086A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593" y="2245345"/>
            <a:ext cx="3987515" cy="209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17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0D5BC19-B12C-1BFA-E196-4BF43651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DB </a:t>
            </a:r>
            <a:r>
              <a:rPr kumimoji="1" lang="ko-KR" altLang="en-US" dirty="0" err="1"/>
              <a:t>쿼리문</a:t>
            </a:r>
            <a:r>
              <a:rPr kumimoji="1" lang="ko-KR" altLang="en-US" dirty="0"/>
              <a:t> 리뷰</a:t>
            </a:r>
            <a:r>
              <a:rPr kumimoji="1" lang="en-US" altLang="ko-KR" dirty="0"/>
              <a:t> – </a:t>
            </a:r>
            <a:r>
              <a:rPr kumimoji="1" lang="ko-KR" altLang="en-US" dirty="0"/>
              <a:t>게시물 삭제</a:t>
            </a:r>
            <a:endParaRPr kumimoji="1" lang="x-none" altLang="en-US" dirty="0"/>
          </a:p>
        </p:txBody>
      </p:sp>
      <p:pic>
        <p:nvPicPr>
          <p:cNvPr id="5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1B10E98B-EE01-6873-7BA7-F3F588EA6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1579" y="2055881"/>
            <a:ext cx="6797483" cy="3449638"/>
          </a:xfrm>
        </p:spPr>
      </p:pic>
    </p:spTree>
    <p:extLst>
      <p:ext uri="{BB962C8B-B14F-4D97-AF65-F5344CB8AC3E}">
        <p14:creationId xmlns:p14="http://schemas.microsoft.com/office/powerpoint/2010/main" val="1759281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CAB651F-6B64-7FE6-F876-5D7F14D15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DB </a:t>
            </a:r>
            <a:r>
              <a:rPr kumimoji="1" lang="ko-KR" altLang="en-US" dirty="0" err="1"/>
              <a:t>쿼리문</a:t>
            </a:r>
            <a:r>
              <a:rPr kumimoji="1" lang="ko-KR" altLang="en-US" dirty="0"/>
              <a:t> 리뷰</a:t>
            </a:r>
            <a:r>
              <a:rPr kumimoji="1" lang="en-US" altLang="ko-KR" dirty="0"/>
              <a:t> – </a:t>
            </a:r>
            <a:r>
              <a:rPr kumimoji="1" lang="ko-KR" altLang="en-US" dirty="0"/>
              <a:t>게시물 등록하기</a:t>
            </a:r>
            <a:endParaRPr kumimoji="1" lang="x-none" altLang="en-US" dirty="0"/>
          </a:p>
        </p:txBody>
      </p:sp>
      <p:pic>
        <p:nvPicPr>
          <p:cNvPr id="5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CAA1BFBF-C707-44F1-60E7-73D350318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1579" y="1962340"/>
            <a:ext cx="4193847" cy="4091141"/>
          </a:xfrm>
        </p:spPr>
      </p:pic>
    </p:spTree>
    <p:extLst>
      <p:ext uri="{BB962C8B-B14F-4D97-AF65-F5344CB8AC3E}">
        <p14:creationId xmlns:p14="http://schemas.microsoft.com/office/powerpoint/2010/main" val="2628915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966A16C-917C-F4E0-5D8F-ABCB1261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웹페이지 동작 시연 </a:t>
            </a:r>
            <a:r>
              <a:rPr kumimoji="1" lang="en-US" altLang="ko-KR" dirty="0"/>
              <a:t>-</a:t>
            </a:r>
            <a:r>
              <a:rPr kumimoji="1" lang="ko-KR" altLang="en-US" dirty="0"/>
              <a:t> 회원가입</a:t>
            </a:r>
            <a:endParaRPr kumimoji="1" lang="x-none" altLang="en-US" dirty="0"/>
          </a:p>
        </p:txBody>
      </p:sp>
      <p:pic>
        <p:nvPicPr>
          <p:cNvPr id="5" name="내용 개체 틀 4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xmlns="" id="{16A098C0-70A0-1EBB-4933-B7D4C83E7E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410" y="2756261"/>
            <a:ext cx="6183806" cy="2461937"/>
          </a:xfrm>
        </p:spPr>
      </p:pic>
      <p:pic>
        <p:nvPicPr>
          <p:cNvPr id="7" name="그림 6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xmlns="" id="{F271FDBE-6C09-A75C-D170-1A4B74176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9" y="1920979"/>
            <a:ext cx="5572821" cy="41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14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E7E000C-090A-C94F-468F-B8B68EC6B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웹페이지 동작 시연 </a:t>
            </a:r>
            <a:r>
              <a:rPr kumimoji="1" lang="en-US" altLang="ko-KR" dirty="0"/>
              <a:t>-</a:t>
            </a:r>
            <a:r>
              <a:rPr kumimoji="1" lang="ko-KR" altLang="en-US" dirty="0"/>
              <a:t> 로그인</a:t>
            </a:r>
            <a:endParaRPr kumimoji="1" lang="x-none" altLang="en-US" dirty="0"/>
          </a:p>
        </p:txBody>
      </p:sp>
      <p:pic>
        <p:nvPicPr>
          <p:cNvPr id="5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BAE985F2-8F38-CD76-B0F2-ABD9049702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346490"/>
            <a:ext cx="6635448" cy="2524282"/>
          </a:xfrm>
        </p:spPr>
      </p:pic>
      <p:pic>
        <p:nvPicPr>
          <p:cNvPr id="7" name="그림 6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xmlns="" id="{4324CD0D-2EEC-87A3-E059-F8F4529B1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1967345"/>
            <a:ext cx="5378264" cy="328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61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A628E4B-B4FD-7681-86B7-CB9E89B25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웹페이지 동작 시연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x-none" altLang="en-US" dirty="0"/>
              <a:t>메인</a:t>
            </a:r>
            <a:r>
              <a:rPr kumimoji="1" lang="ko-KR" altLang="en-US" dirty="0"/>
              <a:t> 페이지</a:t>
            </a:r>
            <a:endParaRPr kumimoji="1" lang="x-none" altLang="en-US" dirty="0"/>
          </a:p>
        </p:txBody>
      </p:sp>
      <p:pic>
        <p:nvPicPr>
          <p:cNvPr id="5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C7A6EB11-5A26-15A2-7B91-877F75D7F1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82762" y="2369344"/>
            <a:ext cx="8940800" cy="2743200"/>
          </a:xfrm>
        </p:spPr>
      </p:pic>
    </p:spTree>
    <p:extLst>
      <p:ext uri="{BB962C8B-B14F-4D97-AF65-F5344CB8AC3E}">
        <p14:creationId xmlns:p14="http://schemas.microsoft.com/office/powerpoint/2010/main" val="3149939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9CBB32B-F18C-592D-1704-FD06E8CA5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웹페이지 동작 시연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등록 페이지</a:t>
            </a:r>
            <a:endParaRPr kumimoji="1" lang="x-none" altLang="en-US" dirty="0"/>
          </a:p>
        </p:txBody>
      </p:sp>
      <p:pic>
        <p:nvPicPr>
          <p:cNvPr id="9" name="내용 개체 틀 8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2816D3F0-CD30-D79B-0D16-EF10EB6F3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3596" y="2397227"/>
            <a:ext cx="6520319" cy="2832966"/>
          </a:xfrm>
        </p:spPr>
      </p:pic>
      <p:pic>
        <p:nvPicPr>
          <p:cNvPr id="11" name="그림 10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A4EDC16E-3E0A-059D-62D0-10565AF93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673" y="2030510"/>
            <a:ext cx="4342822" cy="380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04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0A12F21-39DE-8929-F0EF-A8A8BD32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웹페이지 동작 시연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상세 페이지</a:t>
            </a:r>
            <a:endParaRPr kumimoji="1" lang="x-none" altLang="en-US" dirty="0"/>
          </a:p>
        </p:txBody>
      </p:sp>
      <p:pic>
        <p:nvPicPr>
          <p:cNvPr id="5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BC4BF89A-7DB3-4D10-4D30-6E0B726160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9315" y="2099252"/>
            <a:ext cx="3847259" cy="3449638"/>
          </a:xfrm>
        </p:spPr>
      </p:pic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xmlns="" id="{7B9E097A-003F-D0A4-0479-D307C4EB5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285" y="2452684"/>
            <a:ext cx="7772400" cy="274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12984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갤러리</Template>
  <TotalTime>633</TotalTime>
  <Words>1081</Words>
  <Application>Microsoft Office PowerPoint</Application>
  <PresentationFormat>와이드스크린</PresentationFormat>
  <Paragraphs>122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Calibri</vt:lpstr>
      <vt:lpstr>Gill Sans MT</vt:lpstr>
      <vt:lpstr>갤러리</vt:lpstr>
      <vt:lpstr>DREAMGALLARY</vt:lpstr>
      <vt:lpstr>목차</vt:lpstr>
      <vt:lpstr>역할 분배</vt:lpstr>
      <vt:lpstr>DB 쿼리문 리뷰 – 생성자</vt:lpstr>
      <vt:lpstr>DB 쿼리문 리뷰 – 로그인</vt:lpstr>
      <vt:lpstr>DB 쿼리문 리뷰 – 회원가입</vt:lpstr>
      <vt:lpstr>DB 쿼리문 리뷰 – 메인페이지 정보 불러오기</vt:lpstr>
      <vt:lpstr>DB 쿼리문 리뷰 – 상세페이지 정보 불러오기</vt:lpstr>
      <vt:lpstr>DB 쿼리문 리뷰 – 이미지 다운로드</vt:lpstr>
      <vt:lpstr>DB 쿼리문 리뷰 – 게시물 삭제</vt:lpstr>
      <vt:lpstr>DB 쿼리문 리뷰 – 게시물 등록하기</vt:lpstr>
      <vt:lpstr>웹페이지 동작 시연 - 회원가입</vt:lpstr>
      <vt:lpstr>웹페이지 동작 시연 - 로그인</vt:lpstr>
      <vt:lpstr>웹페이지 동작 시연 - 메인 페이지</vt:lpstr>
      <vt:lpstr>웹페이지 동작 시연 – 등록 페이지</vt:lpstr>
      <vt:lpstr>웹페이지 동작 시연 – 상세 페이지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DREAMGALLARY</dc:title>
  <dc:creator>장진호</dc:creator>
  <cp:lastModifiedBy>user</cp:lastModifiedBy>
  <cp:revision>50</cp:revision>
  <dcterms:created xsi:type="dcterms:W3CDTF">2023-12-07T05:46:46Z</dcterms:created>
  <dcterms:modified xsi:type="dcterms:W3CDTF">2023-12-07T19:26:08Z</dcterms:modified>
</cp:coreProperties>
</file>